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Scientific Calculator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Built with Python and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Tkinter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Python</a:t>
            </a:r>
          </a:p>
          <a:p>
            <a:r>
              <a:t>• Tkinter GUI Library</a:t>
            </a:r>
          </a:p>
          <a:p>
            <a:r>
              <a:t>• Visual Studio Code (IDE)</a:t>
            </a:r>
          </a:p>
          <a:p>
            <a:r>
              <a:t>• Git &amp; GitHub</a:t>
            </a:r>
          </a:p>
          <a:p>
            <a:r>
              <a:t>• Python Application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Equation display area</a:t>
            </a:r>
          </a:p>
          <a:p>
            <a:pPr marL="0" indent="0">
              <a:buNone/>
            </a:pPr>
            <a:r>
              <a:rPr dirty="0"/>
              <a:t>• Clickable buttons for digits and operations</a:t>
            </a:r>
          </a:p>
          <a:p>
            <a:pPr marL="0" indent="0">
              <a:buNone/>
            </a:pPr>
            <a:r>
              <a:rPr dirty="0"/>
              <a:t>• Basic + Scientific operations</a:t>
            </a:r>
          </a:p>
          <a:p>
            <a:pPr marL="0" indent="0">
              <a:buNone/>
            </a:pPr>
            <a:r>
              <a:rPr dirty="0"/>
              <a:t>• Clear, Backspace, and Evaluate functions</a:t>
            </a:r>
          </a:p>
          <a:p>
            <a:pPr marL="0" indent="0">
              <a:buNone/>
            </a:pPr>
            <a:r>
              <a:rPr dirty="0"/>
              <a:t>• History panel with clear &amp; reuse options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A7076-DC8C-135A-84F5-6F8159BA90D1}"/>
              </a:ext>
            </a:extLst>
          </p:cNvPr>
          <p:cNvSpPr txBox="1"/>
          <p:nvPr/>
        </p:nvSpPr>
        <p:spPr>
          <a:xfrm>
            <a:off x="293914" y="1730829"/>
            <a:ext cx="870312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project implements a full scientific calculator using Python and </a:t>
            </a:r>
            <a:r>
              <a:rPr lang="en-US" sz="3200" dirty="0" err="1"/>
              <a:t>Tkinter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Supports basic operations ( + , - , × , ÷ 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Supports scientific functions (sin, cos, tan, log, sqrt, factorial, etc.).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safe mathematical expression evaluation.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Includes angle mode switching: Degrees / Radians.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BC30C-A991-37BA-5AC0-59469293D1EA}"/>
              </a:ext>
            </a:extLst>
          </p:cNvPr>
          <p:cNvSpPr txBox="1"/>
          <p:nvPr/>
        </p:nvSpPr>
        <p:spPr>
          <a:xfrm>
            <a:off x="2073728" y="360990"/>
            <a:ext cx="4996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5511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Display screen for expressions and results</a:t>
            </a:r>
          </a:p>
          <a:p>
            <a:r>
              <a:rPr dirty="0"/>
              <a:t>• Numeric and operation buttons</a:t>
            </a:r>
          </a:p>
          <a:p>
            <a:r>
              <a:rPr dirty="0"/>
              <a:t>• Scientific function buttons (</a:t>
            </a:r>
            <a:r>
              <a:rPr lang="en-US" dirty="0" err="1"/>
              <a:t>a</a:t>
            </a:r>
            <a:r>
              <a:rPr dirty="0" err="1"/>
              <a:t>sin</a:t>
            </a:r>
            <a:r>
              <a:rPr dirty="0"/>
              <a:t>, </a:t>
            </a:r>
            <a:r>
              <a:rPr lang="en-US" dirty="0" err="1"/>
              <a:t>a</a:t>
            </a:r>
            <a:r>
              <a:rPr dirty="0" err="1"/>
              <a:t>cos</a:t>
            </a:r>
            <a:r>
              <a:rPr dirty="0"/>
              <a:t>, </a:t>
            </a:r>
            <a:r>
              <a:rPr lang="en-US" dirty="0" err="1"/>
              <a:t>atan</a:t>
            </a:r>
            <a:r>
              <a:rPr dirty="0"/>
              <a:t>, etc.)</a:t>
            </a:r>
          </a:p>
          <a:p>
            <a:r>
              <a:rPr dirty="0"/>
              <a:t>• History panel for tracking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safe_eval(): Secure expression evaluation</a:t>
            </a:r>
          </a:p>
          <a:p>
            <a:r>
              <a:t>• SciCalculator class for main UI</a:t>
            </a:r>
          </a:p>
          <a:p>
            <a:r>
              <a:t>• Event-driven button handling</a:t>
            </a:r>
          </a:p>
          <a:p>
            <a:r>
              <a:t>• History management functions</a:t>
            </a:r>
          </a:p>
          <a:p>
            <a:r>
              <a:t>• Tkinter layout with frames and widgets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26E377-CAEE-B48E-00AB-33F46B5C1F5C}"/>
              </a:ext>
            </a:extLst>
          </p:cNvPr>
          <p:cNvSpPr txBox="1"/>
          <p:nvPr/>
        </p:nvSpPr>
        <p:spPr>
          <a:xfrm>
            <a:off x="326571" y="1943100"/>
            <a:ext cx="84908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Since this application is GUI‑based, its output is an interactive window.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Users can type expressions or press buttons.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Press '=' to evaluate expressions.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History shows past calculations.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Angle mode affects trigonometric functions.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E9091-E184-1C1E-74CF-A4CC2A6DF50D}"/>
              </a:ext>
            </a:extLst>
          </p:cNvPr>
          <p:cNvSpPr txBox="1"/>
          <p:nvPr/>
        </p:nvSpPr>
        <p:spPr>
          <a:xfrm>
            <a:off x="1714500" y="506185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Program Output</a:t>
            </a:r>
          </a:p>
        </p:txBody>
      </p:sp>
    </p:spTree>
    <p:extLst>
      <p:ext uri="{BB962C8B-B14F-4D97-AF65-F5344CB8AC3E}">
        <p14:creationId xmlns:p14="http://schemas.microsoft.com/office/powerpoint/2010/main" val="377566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GUI development using Python.</a:t>
            </a:r>
          </a:p>
          <a:p>
            <a:r>
              <a:t>Students learn core programming, UI design, and version control.</a:t>
            </a:r>
          </a:p>
          <a:p>
            <a:r>
              <a:t>A strong foundation for future application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264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Scientific Calculator Application</vt:lpstr>
      <vt:lpstr>Technologies &amp; Tools</vt:lpstr>
      <vt:lpstr>Key Features</vt:lpstr>
      <vt:lpstr>PowerPoint Presentation</vt:lpstr>
      <vt:lpstr>User Interface Overview</vt:lpstr>
      <vt:lpstr>Application Structure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 rai</dc:creator>
  <cp:keywords/>
  <dc:description>generated using python-pptx</dc:description>
  <cp:lastModifiedBy>saket rai</cp:lastModifiedBy>
  <cp:revision>2</cp:revision>
  <dcterms:created xsi:type="dcterms:W3CDTF">2013-01-27T09:14:16Z</dcterms:created>
  <dcterms:modified xsi:type="dcterms:W3CDTF">2025-11-25T16:11:07Z</dcterms:modified>
  <cp:category/>
</cp:coreProperties>
</file>