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AE0B58-A224-4DAA-9DD3-058E14F639AB}" v="8" dt="2025-12-12T06:15:27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 rai" userId="8526e97aa0bf07cf" providerId="LiveId" clId="{A5A553E1-0D4B-4DAD-A4B2-7082F328FABA}"/>
    <pc:docChg chg="custSel modSld">
      <pc:chgData name="saket rai" userId="8526e97aa0bf07cf" providerId="LiveId" clId="{A5A553E1-0D4B-4DAD-A4B2-7082F328FABA}" dt="2025-12-12T06:15:27.804" v="13" actId="27636"/>
      <pc:docMkLst>
        <pc:docMk/>
      </pc:docMkLst>
      <pc:sldChg chg="modSp mod">
        <pc:chgData name="saket rai" userId="8526e97aa0bf07cf" providerId="LiveId" clId="{A5A553E1-0D4B-4DAD-A4B2-7082F328FABA}" dt="2025-12-12T06:15:27.804" v="13" actId="27636"/>
        <pc:sldMkLst>
          <pc:docMk/>
          <pc:sldMk cId="0" sldId="256"/>
        </pc:sldMkLst>
        <pc:spChg chg="mod">
          <ac:chgData name="saket rai" userId="8526e97aa0bf07cf" providerId="LiveId" clId="{A5A553E1-0D4B-4DAD-A4B2-7082F328FABA}" dt="2025-12-12T06:15:27.804" v="1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57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58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59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1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2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4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5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6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7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saket rai" userId="8526e97aa0bf07cf" providerId="LiveId" clId="{A5A553E1-0D4B-4DAD-A4B2-7082F328FABA}" dt="2025-12-12T06:15:27.708" v="12"/>
        <pc:sldMkLst>
          <pc:docMk/>
          <pc:sldMk cId="0" sldId="268"/>
        </pc:sldMkLst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ket rai" userId="8526e97aa0bf07cf" providerId="LiveId" clId="{A5A553E1-0D4B-4DAD-A4B2-7082F328FABA}" dt="2025-12-12T06:15:27.708" v="12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43313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7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7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0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7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0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9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21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0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2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63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0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56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77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07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63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4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Scientific Calculator + Unit Converter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Presentation</a:t>
            </a:r>
          </a:p>
          <a:p>
            <a:r>
              <a:t>Python Tkinter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scientific calculator is a full-featured desktop application built in Python using Tkinter.</a:t>
            </a:r>
          </a:p>
          <a:p>
            <a:pPr lvl="1"/>
            <a:r>
              <a:t>Modern UI with Azure professional theme</a:t>
            </a:r>
          </a:p>
          <a:p>
            <a:pPr lvl="1"/>
            <a:r>
              <a:t>Scientific calculation capabilities</a:t>
            </a:r>
          </a:p>
          <a:p>
            <a:pPr lvl="1"/>
            <a:r>
              <a:t>Tabbed Unit Converter (Weight, Length, Temperature)</a:t>
            </a:r>
          </a:p>
          <a:p>
            <a:pPr lvl="1"/>
            <a:r>
              <a:t>History panel, keyboard shortcuts, and safe expression evaluator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Calculation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Supported mathematical operations include:</a:t>
            </a:r>
          </a:p>
          <a:p>
            <a:pPr lvl="1"/>
            <a:r>
              <a:t>Standard arithmetic: +, -, ×, ÷, power (^), parentheses</a:t>
            </a:r>
          </a:p>
          <a:p>
            <a:pPr lvl="1"/>
            <a:r>
              <a:t>Advanced math: sin, cos, tan, asin, acos, atan</a:t>
            </a:r>
          </a:p>
          <a:p>
            <a:pPr lvl="1"/>
            <a:r>
              <a:t>Logarithmic functions: ln (log base e), log10</a:t>
            </a:r>
          </a:p>
          <a:p>
            <a:pPr lvl="1"/>
            <a:r>
              <a:t>Factorial, gamma function, square root</a:t>
            </a:r>
          </a:p>
          <a:p>
            <a:pPr lvl="1"/>
            <a:r>
              <a:t>Constants: π, e</a:t>
            </a:r>
          </a:p>
          <a:p>
            <a:pPr lvl="1"/>
            <a:r>
              <a:t>Angle mode toggle (Radians / Degrees)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Expression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features of the calculator:</a:t>
            </a:r>
          </a:p>
          <a:p>
            <a:pPr lvl="1"/>
            <a:r>
              <a:t>Custom restricted evaluation environment</a:t>
            </a:r>
          </a:p>
          <a:p>
            <a:pPr lvl="1"/>
            <a:r>
              <a:t>Whitelist of allowed math functions</a:t>
            </a:r>
          </a:p>
          <a:p>
            <a:pPr lvl="1"/>
            <a:r>
              <a:t>No access to Python builtins</a:t>
            </a:r>
          </a:p>
          <a:p>
            <a:pPr lvl="1"/>
            <a:r>
              <a:t>Input sanitized for unauthorized symbols</a:t>
            </a:r>
          </a:p>
          <a:p>
            <a:pPr lvl="1"/>
            <a:r>
              <a:t>Handles percentages and formatting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calculator maintains a full clickable history:</a:t>
            </a:r>
          </a:p>
          <a:p>
            <a:pPr lvl="1"/>
            <a:r>
              <a:t>Every solved expression is stored</a:t>
            </a:r>
          </a:p>
          <a:p>
            <a:pPr lvl="1"/>
            <a:r>
              <a:t>Double-click to reuse any previous calculation</a:t>
            </a:r>
          </a:p>
          <a:p>
            <a:pPr lvl="1"/>
            <a:r>
              <a:t>Clear History button for organization</a:t>
            </a:r>
          </a:p>
          <a:p>
            <a:pPr lvl="1"/>
            <a:r>
              <a:t>Greatly improves workflow for repeated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Unit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includes a tabbed converter with:</a:t>
            </a:r>
          </a:p>
          <a:p>
            <a:pPr lvl="1"/>
            <a:r>
              <a:t>Weight units: kg, g, lb, oz</a:t>
            </a:r>
          </a:p>
          <a:p>
            <a:pPr lvl="1"/>
            <a:r>
              <a:t>Length units: m, cm, mm, km, inch, foot</a:t>
            </a:r>
          </a:p>
          <a:p>
            <a:pPr lvl="1"/>
            <a:r>
              <a:t>Temperature units: Celsius, Fahrenheit, Kelvin</a:t>
            </a:r>
          </a:p>
          <a:p>
            <a:pPr lvl="1"/>
            <a:r>
              <a:t>Convert and Swap buttons for quick transformations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UI Theme (Azure)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Azure theme makes the app professional:</a:t>
            </a:r>
          </a:p>
          <a:p>
            <a:pPr lvl="1"/>
            <a:r>
              <a:t>Modern, clean, Windows-11-style design</a:t>
            </a:r>
          </a:p>
          <a:p>
            <a:pPr lvl="1"/>
            <a:r>
              <a:t>Supports light &amp; dark modes</a:t>
            </a:r>
          </a:p>
          <a:p>
            <a:pPr lvl="1"/>
            <a:r>
              <a:t>Accent buttons for important actions (=, Convert)</a:t>
            </a:r>
          </a:p>
          <a:p>
            <a:pPr lvl="1"/>
            <a:r>
              <a:t>Consistent spacing, padding, &amp; typography improvements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Keyboard &amp;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fast and efficient usage:</a:t>
            </a:r>
          </a:p>
          <a:p>
            <a:pPr lvl="1"/>
            <a:r>
              <a:t>Enter → Evaluate</a:t>
            </a:r>
          </a:p>
          <a:p>
            <a:pPr lvl="1"/>
            <a:r>
              <a:t>Backspace → Delete character</a:t>
            </a:r>
          </a:p>
          <a:p>
            <a:pPr lvl="1"/>
            <a:r>
              <a:t>Escape → Clear input</a:t>
            </a:r>
          </a:p>
          <a:p>
            <a:pPr lvl="1"/>
            <a:r>
              <a:t>Typing numbers/operators directly in the entry 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components of the application:</a:t>
            </a:r>
          </a:p>
          <a:p>
            <a:pPr lvl="1"/>
            <a:r>
              <a:t>SciConverterApp class manages UI and functionality</a:t>
            </a:r>
          </a:p>
          <a:p>
            <a:pPr lvl="1"/>
            <a:r>
              <a:t>safe_eval handles secure expression evaluation</a:t>
            </a:r>
          </a:p>
          <a:p>
            <a:pPr lvl="1"/>
            <a:r>
              <a:t>_build_calc_ui renders calculator interface</a:t>
            </a:r>
          </a:p>
          <a:p>
            <a:pPr lvl="1"/>
            <a:r>
              <a:t>_build_converter_notebook manages converter tabs</a:t>
            </a:r>
          </a:p>
          <a:p>
            <a:pPr lvl="1"/>
            <a:r>
              <a:t>Azure theme loader with fallback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improvements:</a:t>
            </a:r>
          </a:p>
          <a:p>
            <a:pPr lvl="1"/>
            <a:r>
              <a:t>Add more conversion categories (volume, area, speed, data)</a:t>
            </a:r>
          </a:p>
          <a:p>
            <a:pPr lvl="1"/>
            <a:r>
              <a:t>Support graphing calculator functions</a:t>
            </a:r>
          </a:p>
          <a:p>
            <a:pPr lvl="1"/>
            <a:r>
              <a:t>Add memory storage (M+, M-, MR)</a:t>
            </a:r>
          </a:p>
          <a:p>
            <a:pPr lvl="1"/>
            <a:r>
              <a:t>Save/load calculation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application provides a complete professional scientific calculator and converter solution.</a:t>
            </a:r>
          </a:p>
          <a:p>
            <a:pPr lvl="1"/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</TotalTime>
  <Words>402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Scientific Calculator + Unit Converter</vt:lpstr>
      <vt:lpstr>Application Overview</vt:lpstr>
      <vt:lpstr>Scientific Calculation Features</vt:lpstr>
      <vt:lpstr>Safe Expression Evaluation</vt:lpstr>
      <vt:lpstr>History Panel</vt:lpstr>
      <vt:lpstr>Integrated Unit Converter</vt:lpstr>
      <vt:lpstr>Professional UI Theme (Azure)</vt:lpstr>
      <vt:lpstr>Keyboard &amp; Accessibility</vt:lpstr>
      <vt:lpstr>Internal Architecture</vt:lpstr>
      <vt:lpstr>Future Enhancements</vt:lpstr>
      <vt:lpstr>Closing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saket rai</cp:lastModifiedBy>
  <cp:revision>2</cp:revision>
  <dcterms:created xsi:type="dcterms:W3CDTF">2013-01-27T09:14:16Z</dcterms:created>
  <dcterms:modified xsi:type="dcterms:W3CDTF">2025-12-12T06:15:36Z</dcterms:modified>
  <cp:category/>
</cp:coreProperties>
</file>